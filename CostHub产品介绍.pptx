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CostHub 成本管理平台产品介绍。定位：ODM 模式下品牌方的成本管理工作台。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六大痛点：数据散乱、决策无据、传承困难三个层面。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安全体系：本地存储 + 登录门禁 + 外部模型硬隔离 + 审计日志。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1E3A6E"/>
          </a:solidFill>
          <a:ln w="19050">
            <a:solidFill>
              <a:srgbClr val="F0C7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CostHub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成本管理平台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1097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0C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MANAGEMENT PLATFORM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一套数据 · 多方复用 · 全程留痕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ODM 模式的成本管理工作台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D8E0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器件库 · 项目管理 · 竞品对比 · 物料洞察 · AI 分析 · 工作手账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D8E0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从显示器起步，产品线可自定义扩展（手写笔 / 鼠标 / PC / 平板…）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56692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E3A6E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669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本地运行 · 数据自有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56692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E3A6E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5669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辅助研判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56692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E3A6E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5669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全程留痕可追溯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69680" y="56692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E3A6E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5669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免安装 · 拷贝即用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为什么做这个工具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ODM 模式下品牌方按整机采购，但供应商报的 BOM 是否虚高需要系统来"审"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64008" cy="173736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资料杂乱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报价单、BOM、会议纪要散落各处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历史报价难找、互相不一致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554480"/>
            <a:ext cx="64008" cy="173736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报价审核难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1488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明细是否虚高？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没有历史参照只能凭经验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554480"/>
            <a:ext cx="64008" cy="173736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横向对比难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1488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多项目/多供应商/多竞品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无法同维度对比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57600"/>
            <a:ext cx="64008" cy="173736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840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谈价缺筹码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42519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说不出市场价与历史价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降本成果无法量化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3657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3657600"/>
            <a:ext cx="64008" cy="173736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3840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交接麻烦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6280" y="42519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接手者从头理解业务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决策来龙去脉难还原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3657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8160" y="3657600"/>
            <a:ext cx="64008" cy="173736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3840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记录不充分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42519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年底想不起做过什么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成果散落在聊天记录里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CostHub 成本管理平台 · 内部演示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平台概览：一库 · 两看 · 三管理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器件库沉淀价格数据 → 项目与竞品复用数据做决策 → 工作手账记录过程沉淀方法，数据流闭环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1220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器件库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价格数据底座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多供应商报价 + 加权成本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价格历史全程可追溯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783080"/>
            <a:ext cx="502920" cy="502920"/>
          </a:xfrm>
          <a:prstGeom prst="ellipse">
            <a:avLst/>
          </a:prstGeom>
          <a:solidFill>
            <a:srgbClr val="12203B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828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/ 评审 / 目标成本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降本措施 / ODM 整机报价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783080"/>
            <a:ext cx="502920" cy="502920"/>
          </a:xfrm>
          <a:prstGeom prst="ellipse">
            <a:avLst/>
          </a:prstGeom>
          <a:solidFill>
            <a:srgbClr val="12203B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0" y="1828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对比分析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24231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项目间 / 竞品间 / 供应商间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多维度对比出结论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12203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🧩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977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4572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功能模块组织器件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 / 批量 / 跨项目复用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7490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3931920"/>
            <a:ext cx="502920" cy="502920"/>
          </a:xfrm>
          <a:prstGeom prst="ellipse">
            <a:avLst/>
          </a:prstGeom>
          <a:solidFill>
            <a:srgbClr val="12203B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3977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仪表盘与报告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26280" y="4572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成本全景概览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趋势分析 / 报告导出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7490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3931920"/>
            <a:ext cx="502920" cy="502920"/>
          </a:xfrm>
          <a:prstGeom prst="ellipse">
            <a:avLst/>
          </a:prstGeom>
          <a:solidFill>
            <a:srgbClr val="12203B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61120" y="3977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工作手账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4572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便签 / 待办 / 项目标签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四维度工作总结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CostHub 成本管理平台 · 内部演示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器件库：价格数据底座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同一器件挂多家供应商报价，加权成本自动计算，任何价格变动有据可查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EEF3FB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加权成本公式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加权成本 = Σ(启用供应商价格 × 份额比例)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示例：供应商A ¥10 × 60% + 供应商B ¥12 × 40% = ¥10.8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最低价自动标绿，价格区间一目了然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改价必填原因，价格历史全程可追溯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份额 0-100% 自动归一化，停用供应商不参与计算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52160" y="1463040"/>
            <a:ext cx="5852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103120"/>
            <a:ext cx="128016" cy="12801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057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多供应商报价管理（名称 / 价格 / 份额 / 状态 / 备注）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450592"/>
            <a:ext cx="128016" cy="12801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4048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成本变动追溯：供应商价格 → 器件成本 → 项目总成本全链路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798064"/>
            <a:ext cx="128016" cy="12801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75234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批量导入导出 · 大类/子类/详细分类三层体系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145536"/>
            <a:ext cx="128016" cy="12801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309981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价格历史追踪（改价原因强制记录）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112471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供应商管理（器件详情抽屉）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892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京东方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834640" y="4892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¥310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37760" y="4892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40880" y="4892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144000" y="4892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 / 历史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152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华星光电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83464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¥298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3776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04088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 / 历史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31520" y="5806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天马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834640" y="5806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¥320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937760" y="5806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040880" y="5806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停用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144000" y="5806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 / 历史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CostHub 成本管理平台 · 内部演示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项目管理：从规格到量产的完整成本链路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管理 → 成本评审 → 目标成本 → 降本措施 → ODM 整机报价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220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管理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模块化组织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引用复制 / 差异分析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软删除可恢复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78308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2203B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78308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801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成本评审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1945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阶段评审记录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立项→样机→试产→量产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结论与遗留问题可追踪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78308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2203B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78308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0" y="1801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目标成本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21945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目标成本设定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实时对比预警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超支驱动降本专项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88620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2203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8620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3904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降本措施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5800" y="42976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立项→责任人→时限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降本金额全程跟踪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成果量化到总成本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7033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388620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2203B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388620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3904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ODM 整机报价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42976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多家 ODM 工厂对比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份额 + 加权报价自动算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报价历史可追溯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7033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388620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2203B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388620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0" y="3904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成本变动追溯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66760" y="42976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器件变价→项目总成本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全链路自动记录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任何降本说得清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CostHub 成本管理平台 · 内部演示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物料趋势洞察：两种入口，一套引擎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快捷洞察（无需分解树） + 分解树（逐层拆解），共用同一套 AI 行情研判引擎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FF8E6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快捷洞察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直接输入物料名（如"锂电池"）即可洞察行情，无需分解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卡片显示：物料名 + 最近洞察时间 + 成本趋势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9992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🕐 08-05 20:30 · 📈 上涨 · 中置信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292608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29992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MLCC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3291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🕐 08-04 15:10 · 📉 下降 · 高置信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EEF3FB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🌲 分解树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20574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起草顶层物料 → 结构节点 → 终端物料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逐层拆解、批量洞察，子节点按成本占比加权汇总到父级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支持人工修正与反馈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30632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整机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├─ 显示模组（结构节点）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 └─ LCD 面板 / 背光 / 光学膜（终端）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├─ 电源管理 IC / 主控芯片（终端）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11247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251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洞察详情弹窗（点击卡片打开）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709160"/>
            <a:ext cx="118872" cy="11887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663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历史洞察时间轴：横向批次节点，点击切换，按方向着色，可删除批次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4709160"/>
            <a:ext cx="118872" cy="11887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663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多框架融合总结：多 Skill 结果按多数规则融合，方向 + 置信度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5349240"/>
            <a:ext cx="118872" cy="11887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303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 Skill 差异化呈现：SWOT 矩阵 / PEST 宫格 / 五力条 / 风险卡 / 韧性评分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5349240"/>
            <a:ext cx="118872" cy="11887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5303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基于结论追问：携带快照上下文 + 历史对话，自动联网搜索回答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CostHub 成本管理平台 · 内部演示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洞察：9 套专业分析框架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每套框架配备专属方法论（分析步骤 / 证据要求 / 判断规则 / 时效性规则），洞察前可多选组合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价格趋势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7568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四因子框架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供给/需求/成本/政策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207568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上游传导 + 时滞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全景扫描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207568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波特五力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落到买卖方市场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深度研究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49300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五看三定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关键物料决策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0" y="301752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49300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优势/劣势/机会/威胁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四象限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38160" y="301752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2104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349300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政治/经济/社会/技术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宏观扫描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91032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概率×影响矩阵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分级应对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97680" y="44348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8056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80560" y="491032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全生命周期成本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不只看采购价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38160" y="44348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2104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韧性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21040" y="491032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冗余/灵活/可见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三要素评估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CostHub 成本管理平台 · 内部演示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结论质量保障：可采信，不幻觉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 AI 研判最常见的"数字幻觉"问题，内置三层校验机制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EEF3FB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时效性硬约束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3个月内 = 有效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3-6个月 = 参考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超6个月 = 过期，不得外推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时效超3月置信度封顶"中"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超6月封顶"低"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禁模糊时间词（近期/最近）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FF8E6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🚫 反幻觉硬约束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01168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只许用提供的来源数据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严禁训练知识补具体数字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严禁编造来源 URL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区分事实与推测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不确定就"信号不明确"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输出前逐数字自检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146304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E8F6E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数字口径约束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66760" y="201168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幅度 = 近1-3月价格变化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严禁市场规模/CAGR口径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超±30%自动拦截置空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方向-幅度一致性校验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震荡幅度&gt;5%置空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方向冲突黄色警告条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工程能力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800600"/>
            <a:ext cx="109728" cy="10972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548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原生联网搜索（官方 web_search，无需第三方 key）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5074920"/>
            <a:ext cx="109728" cy="10972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029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Skill 并行分析，结果分别存档可对比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5349240"/>
            <a:ext cx="109728" cy="10972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303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洞察历史快照 + 时间轴对比 + 基于结论追问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5623560"/>
            <a:ext cx="109728" cy="10972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5778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用量统计：总消耗 / 按供应商 / 近30天趋势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CostHub 成本管理平台 · 内部演示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数据安全：本地优先 · 边界清晰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1E3A6E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数据存储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8E0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全部数据本地存储（SQLite 单文件）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8E0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应用启动需登录（用户名 + 密码）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8E0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密码错误进受限模式：所有数据隐藏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8E0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双击 Logo 可找回密码（隐藏功能）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1E3A6E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外部 AI 边界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196596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8E0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外部 LLM/搜索只有 HTTP 代理通道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8E0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没有任何读取本地数据库的通道（硬边界）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8E0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仅发送物料通用名称，本地成本数据不出库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8E0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洞察请求前预览确认，全程审计日志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11247120" cy="1920240"/>
          </a:xfrm>
          <a:prstGeom prst="roundRect">
            <a:avLst>
              <a:gd name="adj" fmla="val 4762"/>
            </a:avLst>
          </a:prstGeom>
          <a:solidFill>
            <a:srgbClr val="1E3A6E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安全设计原则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全程留痕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9834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8C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价格变动必填原因，成本变化自动记录影响范围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8056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本地模型可选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49834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8C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本地推理可读取本地数据，外部模型只看物料名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统计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49834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8C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外部调用消耗自动记录，费用可控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CostHub 成本管理平台 · 内部演示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设置中心：全部配置一处搞定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风格左侧导航，点击切换不滚动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220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服务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 / 大模型供应商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多供应商降级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模型原生搜索开关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用量统计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73736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2203B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7373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分析框架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套 Skill 卡片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方法论摘要展示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编辑弹窗含"分析方法论"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洞察弹窗可临时多选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173736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2203B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7373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安全设置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66760" y="21945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 / 密码修改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受限模式说明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登录门禁管理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931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220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3192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4389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Logo 自定义上传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 / 色温 / 动效 / 缩放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37490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3931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2203B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393192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26280" y="4389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外部请求日志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请求日志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消耗趋势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7490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21040" y="3931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2203B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393192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66760" y="4389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存储安全说明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数据发送范围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费用说明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CostHub 成本管理平台 · 内部演示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工作手账：过程沉淀 · AI 成文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日常随手记，AI 按项目串成书面总结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8E6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记录方式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便签墙：分类章节 + 便签卡片（分类色 / 图钉 / 旋转）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待办清单：进行中 / 已完成分组，勾选即完成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每条记录打项目标签（手写笔 / 鼠标 / M270…）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项目标签可自由输入，自动记忆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分类可选：只选项目即可，省去重复选择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EEF3FB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AI 总结（流式）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05740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时间轴选月份（最早左、最近右，可多选）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两步流程：压缩提炼 → 正式总结（流式呈现）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记录按项目标签分组，AI 不再猜测归属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每个项目串成"起因→动作→结果"故事线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四维度组织：项目/公共事务/能力建设/协作互助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语言书面正式，禁止口语化与编号罗列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可保存 / 查看全文 / 复制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11247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四维度输出示例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一、项目维度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77440" y="4572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手写笔：选件→比价→国产化替代→BOM定稿→量产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4572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二、公共事务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63840" y="4572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牵头 Q3 全品类降本专项，例会机制落地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1663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三、能力建设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377440" y="5166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显示器成本模型 V1 搭建，支撑目标倒推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51663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四、协作互助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863840" y="5166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带教新同事，借助采购资源达成面板让价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CostHub 成本管理平台 · 内部演示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技术架构：轻量 · 本地 · 可扩展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桌面应用 = 现代 Web 前端 + 轻量原生壳 + 本地数据库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5740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 + TypeScript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08960" y="20848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现代前端框架，类型安全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4414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414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 Design 6 + ECharts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08960" y="24688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 UI 组件与数据可视化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825496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2549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Tauri 2 + Rust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08960" y="2852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轻量原生壳，体积小内存低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209544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0954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单文件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08960" y="323697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 exe 携带，拷贝即用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593592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59359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本地模型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08960" y="36210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推理可选本地，数据不出机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463040"/>
            <a:ext cx="55778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2057400"/>
            <a:ext cx="5029200" cy="384048"/>
          </a:xfrm>
          <a:prstGeom prst="roundRect">
            <a:avLst>
              <a:gd name="adj" fmla="val 23810"/>
            </a:avLst>
          </a:prstGeom>
          <a:solidFill>
            <a:srgbClr val="EEF3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0574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前端 React 界面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52560" y="20574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器件 / 项目 / BOM / 手账 / 洞察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0" y="2514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invoke / 事件流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2971800"/>
            <a:ext cx="5029200" cy="384048"/>
          </a:xfrm>
          <a:prstGeom prst="roundRect">
            <a:avLst>
              <a:gd name="adj" fmla="val 23810"/>
            </a:avLst>
          </a:prstGeom>
          <a:solidFill>
            <a:srgbClr val="EEF3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9718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Tauri 壳 + Rust 后端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052560" y="29718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流式代理 · 数据库路径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0" y="3429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0" y="3886200"/>
            <a:ext cx="5029200" cy="384048"/>
          </a:xfrm>
          <a:prstGeom prst="roundRect">
            <a:avLst>
              <a:gd name="adj" fmla="val 23810"/>
            </a:avLst>
          </a:prstGeom>
          <a:solidFill>
            <a:srgbClr val="EEF3FB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886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SQLite 本地库 / 本地 Ollama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52560" y="38862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costhub.db 单文件 · AI 推理本地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434840"/>
            <a:ext cx="112471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工程关键决策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" y="4937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自动补齐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31520" y="5212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数据库变更启动自动补列，老数据无缝升级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520440" y="4937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全程留痕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520440" y="5212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价格变动必填原因，成本链路可追溯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09360" y="4937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一键构建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309360" y="5212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build.bat 产出免安装 exe，零部署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098280" y="4937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按反馈迭代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098280" y="5212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每个改进来自真实工作场景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CostHub 成本管理平台 · 内部演示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供应商管理：器件与 ODM 双轨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器件供应商按器件报价，整机供应商（ODM）在项目管理中维护、此处自动汇总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EEF3FB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器件供应商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按器件管理多供应商报价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大类→子类筛选联动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供应商地图（按大类分组）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供应商排行榜 / 集中度统计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供应商对比（2-4 家并列）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价格历史与成本追溯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5577840" cy="2560320"/>
          </a:xfrm>
          <a:prstGeom prst="roundRect">
            <a:avLst>
              <a:gd name="adj" fmla="val 2857"/>
            </a:avLst>
          </a:prstGeom>
          <a:solidFill>
            <a:srgbClr val="F0F9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🏭 整机供应商（ODM）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05740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ODM 提供部分或全部物料（含整机 BOM / 结构件 / 组装）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在「项目管理 → 项目详情 → 🏭 整机供应商」中录入报价与份额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此处自动汇总：按供应商分组卡片 + ODM 统计 tab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统计：各项目 ODM 覆盖 + 加权报价 + 承接项目数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11247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526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加权报价 = Σ(启用 ODM 报价 × 份额比例)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983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示例：富士康 ¥1,295 × 60% + 冠捷 ¥1,318 × 40% = ¥1,304 · 报价变动必填原因，历史可查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CostHub 成本管理平台 · 内部演示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建设历程：从零到一，持续迭代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迭代次数已很多，仅记录主要阶段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0" y="1600200"/>
            <a:ext cx="320040" cy="320040"/>
          </a:xfrm>
          <a:prstGeom prst="ellipse">
            <a:avLst/>
          </a:prstGeom>
          <a:solidFill>
            <a:srgbClr val="12203B"/>
          </a:solidFill>
          <a:ln/>
        </p:spPr>
      </p:sp>
      <p:sp>
        <p:nvSpPr>
          <p:cNvPr id="5" name="Shape 3"/>
          <p:cNvSpPr/>
          <p:nvPr/>
        </p:nvSpPr>
        <p:spPr>
          <a:xfrm>
            <a:off x="1691640" y="1755648"/>
            <a:ext cx="2103120" cy="0"/>
          </a:xfrm>
          <a:prstGeom prst="line">
            <a:avLst/>
          </a:prstGeom>
          <a:noFill/>
          <a:ln w="25400">
            <a:solidFill>
              <a:srgbClr val="E4E9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54203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显示器成本管理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器件库 + 项目 + BOM 成本计算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75888" y="1600200"/>
            <a:ext cx="320040" cy="320040"/>
          </a:xfrm>
          <a:prstGeom prst="ellipse">
            <a:avLst/>
          </a:prstGeom>
          <a:solidFill>
            <a:srgbClr val="12203B"/>
          </a:solidFill>
          <a:ln/>
        </p:spPr>
      </p:sp>
      <p:sp>
        <p:nvSpPr>
          <p:cNvPr id="11" name="Shape 9"/>
          <p:cNvSpPr/>
          <p:nvPr/>
        </p:nvSpPr>
        <p:spPr>
          <a:xfrm>
            <a:off x="3995928" y="1755648"/>
            <a:ext cx="2103120" cy="0"/>
          </a:xfrm>
          <a:prstGeom prst="line">
            <a:avLst/>
          </a:prstGeom>
          <a:noFill/>
          <a:ln w="25400">
            <a:solidFill>
              <a:srgbClr val="E4E9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1488" y="2103120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98648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98648" y="254203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 + 追溯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98648" y="31546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多供应商加权 / ODM 整机报价 / 成本全链路追溯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80176" y="1600200"/>
            <a:ext cx="320040" cy="320040"/>
          </a:xfrm>
          <a:prstGeom prst="ellipse">
            <a:avLst/>
          </a:prstGeom>
          <a:solidFill>
            <a:srgbClr val="12203B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0216" y="1755648"/>
            <a:ext cx="2103120" cy="0"/>
          </a:xfrm>
          <a:prstGeom prst="line">
            <a:avLst/>
          </a:prstGeom>
          <a:noFill/>
          <a:ln w="25400">
            <a:solidFill>
              <a:srgbClr val="E4E9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65776" y="2103120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02936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02936" y="254203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 + 批量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02936" y="31546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模块分类 / BOM 引用复制 / 软删除 / 分组排序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84464" y="1600200"/>
            <a:ext cx="320040" cy="320040"/>
          </a:xfrm>
          <a:prstGeom prst="ellipse">
            <a:avLst/>
          </a:prstGeom>
          <a:solidFill>
            <a:srgbClr val="12203B"/>
          </a:solidFill>
          <a:ln/>
        </p:spPr>
      </p:sp>
      <p:sp>
        <p:nvSpPr>
          <p:cNvPr id="23" name="Shape 21"/>
          <p:cNvSpPr/>
          <p:nvPr/>
        </p:nvSpPr>
        <p:spPr>
          <a:xfrm>
            <a:off x="8604504" y="1755648"/>
            <a:ext cx="2103120" cy="0"/>
          </a:xfrm>
          <a:prstGeom prst="line">
            <a:avLst/>
          </a:prstGeom>
          <a:noFill/>
          <a:ln w="25400">
            <a:solidFill>
              <a:srgbClr val="E4E9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70064" y="2103120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07224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07224" y="254203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AI 接入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07224" y="31546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对话 / 物料分解树 / 行情洞察 / AI 总结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588752" y="1600200"/>
            <a:ext cx="320040" cy="3200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9" name="Shape 27"/>
          <p:cNvSpPr/>
          <p:nvPr/>
        </p:nvSpPr>
        <p:spPr>
          <a:xfrm>
            <a:off x="9674352" y="2103120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811512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11512" y="254203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多产品线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811512" y="31546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工作手账 / 产品线自定义 / Skill 方法论体系 / 原生搜索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434840"/>
            <a:ext cx="112471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迭代方式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1520" y="4983480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9377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每个版本都来自真实工作场景的问题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" y="5212080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1663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如"写便签不想选分类"→ 分类可选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5440680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53949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如"洞察想直接查行情"→ 快捷洞察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1520" y="5669280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56235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如"总结太罗列"→ 提示词重构 + 正反例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CostHub 成本管理平台 · 内部演示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C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CostHub · 本地运行 · 数据自有 · AI 辅助 · 持续迭代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 v2.3.18 · 2026-08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CostHub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CostHub</dc:creator>
  <cp:lastModifiedBy>CostHub</cp:lastModifiedBy>
  <cp:revision>1</cp:revision>
  <dcterms:created xsi:type="dcterms:W3CDTF">2026-08-06T12:30:03Z</dcterms:created>
  <dcterms:modified xsi:type="dcterms:W3CDTF">2026-08-06T12:30:03Z</dcterms:modified>
</cp:coreProperties>
</file>